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5f079387dc4f45" /><Relationship Type="http://schemas.openxmlformats.org/officeDocument/2006/relationships/extended-properties" Target="/docProps/app.xml" Id="R5e8336481b1a48f0" /><Relationship Type="http://schemas.openxmlformats.org/officeDocument/2006/relationships/officeDocument" Target="/ppt/presentation.xml" Id="R3b027fe16d1740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4f0743dbd241e8"/>
  </p:sldMasterIdLst>
  <p:notesMasterIdLst>
    <p:notesMasterId xmlns:r="http://schemas.openxmlformats.org/officeDocument/2006/relationships" r:id="R2bac714cf1104794"/>
  </p:notesMasterIdLst>
  <p:sldIdLst>
    <p:sldId xmlns:r="http://schemas.openxmlformats.org/officeDocument/2006/relationships" id="256" r:id="Rb23dd2c3d94f4e4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9400b6ac7c4361" /><Relationship Type="http://schemas.openxmlformats.org/officeDocument/2006/relationships/slideMaster" Target="/ppt/slideMasters/slideMaster1.xml" Id="R0e4f0743dbd241e8" /><Relationship Type="http://schemas.openxmlformats.org/officeDocument/2006/relationships/notesMaster" Target="/ppt/notesMasters/notesMaster1.xml" Id="R2bac714cf1104794" /><Relationship Type="http://schemas.openxmlformats.org/officeDocument/2006/relationships/presProps" Target="/ppt/presProps.xml" Id="R1229752ebb8741cc" /><Relationship Type="http://schemas.openxmlformats.org/officeDocument/2006/relationships/viewProps" Target="/ppt/viewProps.xml" Id="R05673e9680d041d0" /><Relationship Type="http://schemas.openxmlformats.org/officeDocument/2006/relationships/tableStyles" Target="/ppt/tableStyles.xml" Id="Rb5466ea9b23b4ebd" /><Relationship Type="http://schemas.openxmlformats.org/officeDocument/2006/relationships/slide" Target="/ppt/slides/slide1.xml" Id="Rb23dd2c3d94f4e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494d363d3b47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937b81725641a0" /><Relationship Type="http://schemas.openxmlformats.org/officeDocument/2006/relationships/notesMaster" Target="/ppt/notesMasters/notesMaster1.xml" Id="R72247604260d4f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b753d3fb3748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25ee647b684af3" /><Relationship Type="http://schemas.openxmlformats.org/officeDocument/2006/relationships/slideLayout" Target="/ppt/slideLayouts/slideLayout1.xml" Id="R144c36f14e3d44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4c36f14e3d44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752603e5a4df3" /><Relationship Type="http://schemas.openxmlformats.org/officeDocument/2006/relationships/image" Target="/ppt/media/image.jpeg" Id="R1e8446d1f1574976" /><Relationship Type="http://schemas.openxmlformats.org/officeDocument/2006/relationships/notesSlide" Target="/ppt/notesSlides/notesSlide1.xml" Id="Rf600cd3da75943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2DB07B-CF6D-4B7D-8C6B-BF2464DA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"/>
            <a:ext cx="319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A51BD-AAEA-4680-9E93-E43728E0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"/>
            <a:ext cx="95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A75B0-250C-47CD-8D1C-26CC1135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04875"/>
            <a:ext cx="1476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E2B1E-4DCD-4E94-9960-5F521D18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904875"/>
            <a:ext cx="9525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6C229-00E3-450B-945D-A8369796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86500"/>
            <a:ext cx="2714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C890A-9572-4235-AFBE-8CD08BF5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05500"/>
            <a:ext cx="95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E3C13-2925-4D36-A352-D20B0FD0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0"/>
            <a:ext cx="95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DC6B9-10D2-4AE2-AA5A-5AF5AD52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905500"/>
            <a:ext cx="95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0F5DA-F4AD-41C8-B1E7-A7127E49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66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77436-0F07-40A0-83A6-C1F2B268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876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F4486-B6D9-4D68-885E-D47E9A63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257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01B69-8D50-43F8-B596-79A32C75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6257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D5B06-91EB-4A2F-9490-7EBFE695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57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58952-A209-4C14-AFD5-201B0DB9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MAGNET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86EE4-2741-4ADB-BE84-5407B7D1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磁芯损耗在线预测</a:t>
            </a:r>
          </a:p>
          <a:p xmlns:a="http://schemas.openxmlformats.org/drawingml/2006/main">
            <a:pPr algn="l">
              <a:defRPr sz="390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与多物理场分析平台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356BD-F238-43F8-9399-7FE8FF0D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实验数据库 × 轻量 Transformer × 电路仿真 × FEM 场后处理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7BCAD-C262-43DA-9CDF-E6D85508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面向磁性材料研究、磁性器件设计与教学验证的浏览器交互式工程平台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165056-6135-4939-80A6-532ACF2E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0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数据查询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2D51F1-4313-4285-AF21-D559C164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3380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智能表格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6D7B8-B57A-473A-B9A9-4304E3AF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3380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E8C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B-H预测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780879-6438-4C7D-95C5-17B437FF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3380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6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64B1"/>
                </a:solidFill>
                <a:latin typeface="Microsoft YaHei"/>
                <a:ea typeface="Microsoft YaHei"/>
                <a:cs typeface="Microsoft YaHei"/>
              </a:defRPr>
            </a:pPr>
            <a:r>
              <a:t>电路仿真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8FF54-B170-471F-ABC4-185A12CD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3380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1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FEM预测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2BEB50-B031-44F6-98BA-76E5D18A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3400"/>
            <a:ext cx="4171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446d1f1574976"/>
          <a:stretch xmlns:a="http://schemas.openxmlformats.org/drawingml/2006/main"/>
        </p:blipFill>
        <p:spPr>
          <a:xfrm xmlns:a="http://schemas.openxmlformats.org/drawingml/2006/main">
            <a:off x="7734300" y="742950"/>
            <a:ext cx="3752850" cy="26860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299C7C-288B-43CF-9F29-942CD8DA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38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从真实实验数据出发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A31CD2-07D9-40B5-A926-EF4FFC11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100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覆盖材料、频率、温度、磁通密度、波形与直流偏置等多维工况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A325EA-A5E5-43CE-99C7-0A9580AB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05375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2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6DE8CC-0458-4A78-969D-4DEB4B7C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101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732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在线查询 → AI预测 → 仿真耦合 → 空间损耗分布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50A15C-9DED-4360-843F-254D5162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Princeton MagNet 数据与模型体系的本地化集成与扩展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263431-57FD-4B35-A47E-BBC2009F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0960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331906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2026-06-14T15:00:55.8850000Z</dcterms:created>
  <dcterms:modified xsi:type="dcterms:W3CDTF">2026-06-14T15:00:55.8850000Z</dcterms:modified>
</coreProperties>
</file>