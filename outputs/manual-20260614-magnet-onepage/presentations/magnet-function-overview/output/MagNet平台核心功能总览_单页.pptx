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c7cd46a2c44efc" /><Relationship Type="http://schemas.openxmlformats.org/officeDocument/2006/relationships/extended-properties" Target="/docProps/app.xml" Id="R96627a60da354639" /><Relationship Type="http://schemas.openxmlformats.org/officeDocument/2006/relationships/officeDocument" Target="/ppt/presentation.xml" Id="R97d9fa2e604046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6123f58fd3c4096"/>
  </p:sldMasterIdLst>
  <p:notesMasterIdLst>
    <p:notesMasterId xmlns:r="http://schemas.openxmlformats.org/officeDocument/2006/relationships" r:id="Ref846fb3e8454661"/>
  </p:notesMasterIdLst>
  <p:sldIdLst>
    <p:sldId xmlns:r="http://schemas.openxmlformats.org/officeDocument/2006/relationships" id="256" r:id="Rdc44e269ebeb4b7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f92403c473a4675" /><Relationship Type="http://schemas.openxmlformats.org/officeDocument/2006/relationships/slideMaster" Target="/ppt/slideMasters/slideMaster1.xml" Id="Ra6123f58fd3c4096" /><Relationship Type="http://schemas.openxmlformats.org/officeDocument/2006/relationships/notesMaster" Target="/ppt/notesMasters/notesMaster1.xml" Id="Ref846fb3e8454661" /><Relationship Type="http://schemas.openxmlformats.org/officeDocument/2006/relationships/presProps" Target="/ppt/presProps.xml" Id="R2258a47db4114d4f" /><Relationship Type="http://schemas.openxmlformats.org/officeDocument/2006/relationships/viewProps" Target="/ppt/viewProps.xml" Id="Rd3092b548ba64669" /><Relationship Type="http://schemas.openxmlformats.org/officeDocument/2006/relationships/tableStyles" Target="/ppt/tableStyles.xml" Id="Re95f1271adbc4b7d" /><Relationship Type="http://schemas.openxmlformats.org/officeDocument/2006/relationships/slide" Target="/ppt/slides/slide1.xml" Id="Rdc44e269ebeb4b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42063670e348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0127afbd0e49f4" /><Relationship Type="http://schemas.openxmlformats.org/officeDocument/2006/relationships/notesMaster" Target="/ppt/notesMasters/notesMaster1.xml" Id="R4a2ea19d9ee845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fbe60581ea417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0bee75fb384024" /><Relationship Type="http://schemas.openxmlformats.org/officeDocument/2006/relationships/slideLayout" Target="/ppt/slideLayouts/slideLayout1.xml" Id="Rd099b705a003415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099b705a003415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25c500ede4d9d" /><Relationship Type="http://schemas.openxmlformats.org/officeDocument/2006/relationships/image" Target="/ppt/media/image.png" Id="Rdbe10e1cbc9d420d" /><Relationship Type="http://schemas.openxmlformats.org/officeDocument/2006/relationships/notesSlide" Target="/ppt/notesSlides/notesSlide1.xml" Id="Rbabb08e2e6c242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10e1cbc9d420d"/>
          <a:srcRect xmlns:a="http://schemas.openxmlformats.org/drawingml/2006/main" l="0" t="380" r="0" b="38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-01-label">
            <a:extLst xmlns:a="http://schemas.openxmlformats.org/drawingml/2006/main">
              <a:ext uri="{FF2B5EF4-FFF2-40B4-BE49-F238E27FC236}">
                <a16:creationId xmlns:a16="http://schemas.microsoft.com/office/drawing/2014/main" id="{2B65335D-874F-4A8A-9EF0-16431754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"/>
            <a:ext cx="114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t>平台能力</a:t>
            </a:r>
          </a:p>
        </p:txBody>
      </p:sp>
      <p:sp>
        <p:nvSpPr>
          <p:cNvPr id="3" name="kicker-01-marker">
            <a:extLst xmlns:a="http://schemas.openxmlformats.org/drawingml/2006/main">
              <a:ext uri="{FF2B5EF4-FFF2-40B4-BE49-F238E27FC236}">
                <a16:creationId xmlns:a16="http://schemas.microsoft.com/office/drawing/2014/main" id="{42E55930-7ABF-4C37-9D2F-DD171A08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10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C8E88-78E0-4EBE-B581-6A4A3A9A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1500"/>
            <a:ext cx="962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587A1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一个平台贯通数据、AI预测、电路分析与FEM损耗映射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DAD2BC-0081-44F4-95F6-66B85FB3B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057275"/>
            <a:ext cx="8858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0636B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材料与工况统一输入，按需求选择分析深度，在线获得可视化与可导出的磁芯损耗结果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F1463-4063-4A05-933F-40D189E7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335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1920"/>
          </a:solidFill>
          <a:ln xmlns:a="http://schemas.openxmlformats.org/drawingml/2006/main" w="9525">
            <a:solidFill>
              <a:srgbClr val="D71920"/>
            </a:solidFill>
          </a:ln>
        </p:spPr>
        <p:txBody>
          <a:bodyPr xmlns:a="http://schemas.openxmlformats.org/drawingml/2006/main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材料与工况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统一输入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6AAEF2-72CA-4F1C-A0CF-142B8242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16002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400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929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0FACA2-292D-4D9C-9665-C73EAC81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15335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8A2DB"/>
          </a:solidFill>
          <a:ln xmlns:a="http://schemas.openxmlformats.org/drawingml/2006/main" w="9525">
            <a:solidFill>
              <a:srgbClr val="78A2DB"/>
            </a:solidFill>
          </a:ln>
        </p:spPr>
        <p:txBody>
          <a:bodyPr xmlns:a="http://schemas.openxmlformats.org/drawingml/2006/main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实测数据查询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快速损耗预测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E7DD96-4432-4820-A263-E0E486B2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6002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400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929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83B3D4-A41B-4245-ACFA-9EBC8FD9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153352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AA"/>
          </a:solidFill>
          <a:ln xmlns:a="http://schemas.openxmlformats.org/drawingml/2006/main" w="9525">
            <a:solidFill>
              <a:srgbClr val="315CAA"/>
            </a:solidFill>
          </a:ln>
        </p:spPr>
        <p:txBody>
          <a:bodyPr xmlns:a="http://schemas.openxmlformats.org/drawingml/2006/main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电路级 / FEM级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仿真分析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49CA0D-BD4E-4E9E-92F8-725EF399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600200"/>
            <a:ext cx="171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4001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929B"/>
                </a:solidFill>
                <a:latin typeface="Microsoft YaHei"/>
                <a:ea typeface="Microsoft YaHei"/>
                <a:cs typeface="Microsoft YaHei"/>
              </a:defRPr>
            </a:pPr>
            <a: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B77723-BBF9-449B-9E77-713C8CA6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1533525"/>
            <a:ext cx="24955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9525">
            <a:solidFill>
              <a:srgbClr val="173B72"/>
            </a:solidFill>
          </a:ln>
        </p:spPr>
        <p:txBody>
          <a:bodyPr xmlns:a="http://schemas.openxmlformats.org/drawingml/2006/main" lIns="114300" tIns="66675" rIns="114300" bIns="6667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曲线、云图与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t>CSV结果输出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0D30E-A2F7-44D5-A820-7FDA878FE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66975"/>
            <a:ext cx="247650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6F9EA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A56570-366D-46F3-AAD2-C36A8B4A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600325"/>
            <a:ext cx="2247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B91"/>
                </a:solidFill>
                <a:latin typeface="Microsoft YaHei"/>
                <a:ea typeface="Microsoft YaHei"/>
                <a:cs typeface="Microsoft YaHei"/>
              </a:defRPr>
            </a:pPr>
            <a:r>
              <a:t>图片区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BF4F04-FC76-4BBB-80CC-1915D16E4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24175"/>
            <a:ext cx="2133600" cy="1790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建议放置：</a:t>
            </a:r>
          </a:p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网站输入界面或功能首页截图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DF6CC4-8952-43D6-842E-55BD8B3D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2466975"/>
            <a:ext cx="66103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7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6B0F37-D829-4C37-A2E9-2FD055E35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628900"/>
            <a:ext cx="1924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87A1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4C4A4E-9621-48C6-98EA-8642580B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762250"/>
            <a:ext cx="1924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87A1"/>
                </a:solidFill>
                <a:latin typeface="Microsoft YaHei"/>
                <a:ea typeface="Microsoft YaHei"/>
                <a:cs typeface="Microsoft YaHei"/>
              </a:defRPr>
            </a:pPr>
            <a:r>
              <a:t>实验数据与智能表格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6C36AE-2FCD-4A79-AD3D-C92FE8709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105150"/>
            <a:ext cx="16954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9525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材料 / 温度 / 频率筛选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标准与任意磁通波形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查询、预测与CSV下载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D50BBC-66DA-48E4-BAC7-1F7E3C1E2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628900"/>
            <a:ext cx="20955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CAA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ABB6E9-66C1-40B5-B0F8-1BAEC38AA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7622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315CAA"/>
                </a:solidFill>
                <a:latin typeface="Microsoft YaHei"/>
                <a:ea typeface="Microsoft YaHei"/>
                <a:cs typeface="Microsoft YaHei"/>
              </a:defRPr>
            </a:pPr>
            <a:r>
              <a:t>MagNet AI与电路仿真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59C73-D1DB-4CBE-9B1E-F8A93B11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1175" y="3105150"/>
            <a:ext cx="18669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9525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B(t) → H(t) 与 B-H 回线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体积损耗与材料排名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四类典型电路波形分析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7D6E600-41B3-4580-90DD-C6884EF1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28900"/>
            <a:ext cx="1905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B72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F45B25-FE7A-4B04-89BA-977EEC98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7622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73B72"/>
                </a:solidFill>
                <a:latin typeface="Microsoft YaHei"/>
                <a:ea typeface="Microsoft YaHei"/>
                <a:cs typeface="Microsoft YaHei"/>
              </a:defRPr>
            </a:pPr>
            <a:r>
              <a:t>FEM网格损耗预测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D9C338-930B-4FE2-AD78-3022A8B37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05150"/>
            <a:ext cx="1676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9525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FLD / 偏置场文件解析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逐单元Pcv与总损耗</a:t>
            </a:r>
          </a:p>
          <a:p xmlns:a="http://schemas.openxmlformats.org/drawingml/2006/main">
            <a:pPr algn="ctr">
              <a:defRPr sz="1125" b="0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三维Bm / Pcv分布导出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0FCBCC-0E79-44CD-ADA5-49782A833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1495425"/>
            <a:ext cx="1695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6F9EA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4152CA1-483B-436E-9231-D8988A5E5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6287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B91"/>
                </a:solidFill>
                <a:latin typeface="Microsoft YaHei"/>
                <a:ea typeface="Microsoft YaHei"/>
                <a:cs typeface="Microsoft YaHei"/>
              </a:defRPr>
            </a:pPr>
            <a:r>
              <a:t>图片区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5461EB8-150B-4110-A0BC-A791785E5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52625"/>
            <a:ext cx="1352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建议放置：</a:t>
            </a:r>
          </a:p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B-H回线 / 材料排名结果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AB3F45-A9DC-423E-9AAD-50C57FE8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286125"/>
            <a:ext cx="16954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C"/>
          </a:solidFill>
          <a:ln xmlns:a="http://schemas.openxmlformats.org/drawingml/2006/main" w="14288">
            <a:solidFill>
              <a:srgbClr val="6F9EAA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117AAE-C4E5-4333-A850-FAB3E9044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419475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87B91"/>
                </a:solidFill>
                <a:latin typeface="Microsoft YaHei"/>
                <a:ea typeface="Microsoft YaHei"/>
                <a:cs typeface="Microsoft YaHei"/>
              </a:defRPr>
            </a:pPr>
            <a:r>
              <a:t>图片区 3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9BB6704-E3E2-4429-BEF0-167F9DA2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3743325"/>
            <a:ext cx="13525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建议放置：</a:t>
            </a:r>
          </a:p>
          <a:p xmlns:a="http://schemas.openxmlformats.org/drawingml/2006/main">
            <a:pPr algn="ctr">
              <a:defRPr sz="975" b="0">
                <a:solidFill>
                  <a:srgbClr val="71838A"/>
                </a:solidFill>
                <a:latin typeface="Microsoft YaHei"/>
                <a:ea typeface="Microsoft YaHei"/>
                <a:cs typeface="Microsoft YaHei"/>
              </a:defRPr>
            </a:pPr>
            <a:r>
              <a:t>FEM三维损耗云图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0262AD-1532-421E-9192-6EB29EC07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124450"/>
            <a:ext cx="11191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7DC"/>
          </a:solidFill>
          <a:ln xmlns:a="http://schemas.openxmlformats.org/drawingml/2006/main" w="0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6138BA-AAE1-4B87-AC8D-0E9466AB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67325"/>
            <a:ext cx="876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63A44"/>
                </a:solidFill>
                <a:latin typeface="Microsoft YaHei"/>
                <a:ea typeface="Microsoft YaHei"/>
                <a:cs typeface="Microsoft YaHei"/>
              </a:defRPr>
            </a:pPr>
            <a:r>
              <a:t>一个浏览器工作流完成“查数据 — 设工况 — 选分析层级 — 生成损耗结果”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1D7097-F939-4663-A045-F6BC0647D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D71920"/>
                </a:solidFill>
                <a:latin typeface="Microsoft YaHei"/>
                <a:ea typeface="Microsoft YaHei"/>
                <a:cs typeface="Microsoft YaHei"/>
              </a:defRPr>
            </a:pPr>
            <a:r>
              <a:t>无需本地环境配置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2C8780A-9C63-46BE-8BD6-BFD1D2220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73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587A1"/>
                </a:solidFill>
                <a:latin typeface="Microsoft YaHei"/>
                <a:ea typeface="Microsoft YaHei"/>
                <a:cs typeface="Microsoft YaHei"/>
              </a:defRPr>
            </a:pPr>
            <a:r>
              <a:t>训练范围与外推提示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23E1307-73AE-4955-A806-E2C46DE5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573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315CAA"/>
                </a:solidFill>
                <a:latin typeface="Microsoft YaHei"/>
                <a:ea typeface="Microsoft YaHei"/>
                <a:cs typeface="Microsoft YaHei"/>
              </a:defRPr>
            </a:pPr>
            <a:r>
              <a:t>多维图表交互可视化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4672F91-8530-487B-A135-D08E6356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73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3B72"/>
                </a:solidFill>
                <a:latin typeface="Microsoft YaHei"/>
                <a:ea typeface="Microsoft YaHei"/>
                <a:cs typeface="Microsoft YaHei"/>
              </a:defRPr>
            </a:pPr>
            <a:r>
              <a:t>预测结果一键导出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CAB3C2-B24C-4501-A49B-2A3AF939F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257925"/>
            <a:ext cx="609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solidFill>
              <a:srgbClr val="FFFFFF"/>
            </a:solidFill>
          </a:ln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77868C"/>
                </a:solidFill>
                <a:latin typeface="Microsoft YaHei"/>
                <a:ea typeface="Microsoft YaHei"/>
                <a:cs typeface="Microsoft YaHei"/>
              </a:defRPr>
            </a:pPr>
            <a:r>
              <a:t>注：本页聚焦网站功能，核心模型架构另页展示。</a:t>
            </a:r>
          </a:p>
        </p:txBody>
      </p:sp>
    </p:spTree>
    <p:extLst>
      <p:ext uri="{BB962C8B-B14F-4D97-AF65-F5344CB8AC3E}">
        <p14:creationId xmlns:p14="http://schemas.microsoft.com/office/powerpoint/2010/main" val="4839612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2026-06-14T15:31:03.7150000Z</dcterms:created>
  <dcterms:modified xsi:type="dcterms:W3CDTF">2026-06-14T15:31:03.7150000Z</dcterms:modified>
</coreProperties>
</file>