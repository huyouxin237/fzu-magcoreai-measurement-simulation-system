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4a7fe0a2b4ff2" /><Relationship Type="http://schemas.openxmlformats.org/officeDocument/2006/relationships/extended-properties" Target="/docProps/app.xml" Id="Reb1b0849c1184f79" /><Relationship Type="http://schemas.openxmlformats.org/officeDocument/2006/relationships/officeDocument" Target="/ppt/presentation.xml" Id="R6dead1f30f584d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9d0aaabdb4af6"/>
  </p:sldMasterIdLst>
  <p:notesMasterIdLst>
    <p:notesMasterId xmlns:r="http://schemas.openxmlformats.org/officeDocument/2006/relationships" r:id="R5e55580fcb314ca4"/>
  </p:notesMasterIdLst>
  <p:sldIdLst>
    <p:sldId xmlns:r="http://schemas.openxmlformats.org/officeDocument/2006/relationships" id="256" r:id="Rbc79f9bbedff47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739cb2a4949cd" /><Relationship Type="http://schemas.openxmlformats.org/officeDocument/2006/relationships/slideMaster" Target="/ppt/slideMasters/slideMaster1.xml" Id="Re429d0aaabdb4af6" /><Relationship Type="http://schemas.openxmlformats.org/officeDocument/2006/relationships/notesMaster" Target="/ppt/notesMasters/notesMaster1.xml" Id="R5e55580fcb314ca4" /><Relationship Type="http://schemas.openxmlformats.org/officeDocument/2006/relationships/presProps" Target="/ppt/presProps.xml" Id="Ra8d0aa024a4a44a6" /><Relationship Type="http://schemas.openxmlformats.org/officeDocument/2006/relationships/viewProps" Target="/ppt/viewProps.xml" Id="Ra13d142d57b44877" /><Relationship Type="http://schemas.openxmlformats.org/officeDocument/2006/relationships/tableStyles" Target="/ppt/tableStyles.xml" Id="R1ecdb06e88a644f7" /><Relationship Type="http://schemas.openxmlformats.org/officeDocument/2006/relationships/slide" Target="/ppt/slides/slide1.xml" Id="Rbc79f9bbedff47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6023949b7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4e33c41eff43fa" /><Relationship Type="http://schemas.openxmlformats.org/officeDocument/2006/relationships/notesMaster" Target="/ppt/notesMasters/notesMaster1.xml" Id="Rd65ba7106abc48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294d87e1f44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cb3ecf7bb54faa" /><Relationship Type="http://schemas.openxmlformats.org/officeDocument/2006/relationships/slideLayout" Target="/ppt/slideLayouts/slideLayout1.xml" Id="R94b387ee9aed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387ee9aed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9a1e1f6ff40f5" /><Relationship Type="http://schemas.openxmlformats.org/officeDocument/2006/relationships/image" Target="/ppt/media/image.png" Id="R25d91f006a9f4899" /><Relationship Type="http://schemas.openxmlformats.org/officeDocument/2006/relationships/notesSlide" Target="/ppt/notesSlides/notesSlide1.xml" Id="R8b22725b197d48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91f006a9f4899"/>
          <a:srcRect xmlns:a="http://schemas.openxmlformats.org/drawingml/2006/main" l="0" t="380" r="0" b="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B17A4F70-5692-4308-81BD-5E678B9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平台能力</a:t>
            </a:r>
          </a:p>
        </p:txBody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BD9257B6-276F-4288-9972-82D500C1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D551E-2FEC-49DF-ABC6-5894B506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87A1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一个平台贯通数据、AI预测、电路分析与FEM损耗映射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92413-3621-4554-B69C-14D7D1C5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材料与工况统一输入，按需求选择分析深度，在线获得可视化与可导出的磁芯损耗结果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45849-4E2A-48BB-A45E-0B99984F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335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材料与工况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3D05A-DC86-41A3-A021-192DDBC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002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400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929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4D410-D74F-4E89-B093-8208689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5335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2DB"/>
          </a:solidFill>
          <a:ln xmlns:a="http://schemas.openxmlformats.org/drawingml/2006/main" w="9525">
            <a:solidFill>
              <a:srgbClr val="78A2DB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实测数据查询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快速损耗预测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7CFBE-453A-4F37-B15B-3E79E559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002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400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929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D34E9-A48C-4F61-9203-B1CF3F2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335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AA"/>
          </a:solidFill>
          <a:ln xmlns:a="http://schemas.openxmlformats.org/drawingml/2006/main" w="9525">
            <a:solidFill>
              <a:srgbClr val="315CAA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电路级 / FEM级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仿真分析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2982F-BEC1-42C1-93D8-6C26B6FC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6002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400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929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C5DE6-7FEA-471D-AC34-3836E0BF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33525"/>
            <a:ext cx="2495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9525">
            <a:solidFill>
              <a:srgbClr val="173B72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曲线、云图与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CSV结果输出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A3681-563A-495E-85AC-F37C86E2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2476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6F9E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7E6C4-C671-4113-AFF5-23A529B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032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B91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图片区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768F6-8D88-4926-806E-09D08B50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24175"/>
            <a:ext cx="2133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建议放置：</a:t>
            </a:r>
          </a:p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网站输入界面或功能首页截图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E2142-8534-4D64-B6AA-F8BEF95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66975"/>
            <a:ext cx="6610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90929-413F-467F-8D46-AA2D8590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7A1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01456-6651-4A07-9A3F-EE1338ED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87A1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实验数据与智能表格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FC5EE-34A0-49C8-B4F2-88A2671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0515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9525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 / 温度 / 频率筛选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标准与任意磁通波形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查询、预测与CSV下载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1F8F5-3E11-496B-9F3B-BA3385AF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28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AA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BACA1-CE94-440E-A90B-B113BBE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CAA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AI与电路仿真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1C5C1-852A-4401-8686-86C51701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051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9525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B(t) → H(t) 与 B-H 回线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体积损耗与材料排名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四类典型电路波形分析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C7C3F-04DF-418A-95B1-AB22E9E7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289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7417C-5D79-4CDD-B16C-EAD8B1F9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62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B72"/>
                </a:solidFill>
                <a:latin typeface="Microsoft YaHei"/>
                <a:ea typeface="Microsoft YaHei"/>
                <a:cs typeface="Microsoft YaHei"/>
              </a:defRPr>
            </a:pPr>
            <a:r>
              <a:t>FEM网格损耗预测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5689C-13A8-4902-AE48-B96C90C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05150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9525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FLD / 偏置场文件解析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逐单元Pcv与总损耗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三维Bm / Pcv分布导出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FACC6-A5DD-4817-84BD-EFAD1995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95425"/>
            <a:ext cx="1695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6F9EA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ECE0B-A4EF-46F2-94D8-8047F83C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28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B91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图片区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1255F-1E02-4BB7-96C9-218A94ED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352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建议放置：</a:t>
            </a:r>
          </a:p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B-H回线 / 材料排名结果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4ABDDC-27A7-438A-B046-17EB1AC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86125"/>
            <a:ext cx="1695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6F9EA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59BD34-D261-4E3A-B3FC-4AB31BC5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B91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图片区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90F9D-EB03-409F-9FDC-59B77FD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43325"/>
            <a:ext cx="1352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建议放置：</a:t>
            </a:r>
          </a:p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FEM三维损耗云图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B8C32-2FBD-495C-B1C7-397BD87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1119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C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C9F73-AA54-4629-BA8A-24EA60B2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6732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一个浏览器工作流完成“查数据 — 设工况 — 选分析层级 — 生成损耗结果”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02A052-7224-4F50-B797-F6ED6EA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t>无需本地环境配置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28AC0-BDFC-4FAC-AA45-6C05C747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87A1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训练范围与外推提示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F3EDCF-C6C2-4014-B9EE-1E5DC3D8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CAA"/>
                </a:solidFill>
                <a:latin typeface="Microsoft YaHei"/>
                <a:ea typeface="Microsoft YaHei"/>
                <a:cs typeface="Microsoft YaHei"/>
              </a:defRPr>
            </a:pPr>
            <a:r>
              <a:t>多维图表交互可视化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370EFC-9615-4C48-A4F4-0CECDD5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72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预测结果一键导出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F3E7B9-5636-4CFE-A2E7-EF65C75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579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68C"/>
                </a:solidFill>
                <a:latin typeface="Microsoft YaHei"/>
                <a:ea typeface="Microsoft YaHei"/>
                <a:cs typeface="Microsoft YaHei"/>
              </a:defRPr>
            </a:pPr>
            <a:r>
              <a:t>注：本页聚焦网站功能，核心模型架构另页展示。</a:t>
            </a:r>
          </a:p>
        </p:txBody>
      </p:sp>
    </p:spTree>
    <p:extLst>
      <p:ext uri="{BB962C8B-B14F-4D97-AF65-F5344CB8AC3E}">
        <p14:creationId xmlns:p14="http://schemas.microsoft.com/office/powerpoint/2010/main" val="294698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2026-06-14T15:30:02.3420000Z</dcterms:created>
  <dcterms:modified xsi:type="dcterms:W3CDTF">2026-06-14T15:30:02.3420000Z</dcterms:modified>
</coreProperties>
</file>